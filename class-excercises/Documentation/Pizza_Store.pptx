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2"/>
  </p:notesMasterIdLst>
  <p:handoutMasterIdLst>
    <p:handoutMasterId r:id="rId23"/>
  </p:handoutMasterIdLst>
  <p:sldIdLst>
    <p:sldId id="410" r:id="rId5"/>
    <p:sldId id="383" r:id="rId6"/>
    <p:sldId id="391" r:id="rId7"/>
    <p:sldId id="408" r:id="rId8"/>
    <p:sldId id="413" r:id="rId9"/>
    <p:sldId id="414" r:id="rId10"/>
    <p:sldId id="415" r:id="rId11"/>
    <p:sldId id="421" r:id="rId12"/>
    <p:sldId id="416" r:id="rId13"/>
    <p:sldId id="417" r:id="rId14"/>
    <p:sldId id="422" r:id="rId15"/>
    <p:sldId id="419" r:id="rId16"/>
    <p:sldId id="423" r:id="rId17"/>
    <p:sldId id="424" r:id="rId18"/>
    <p:sldId id="425" r:id="rId19"/>
    <p:sldId id="420" r:id="rId20"/>
    <p:sldId id="39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5AFA50-3FAB-45CC-B11C-6E8C735E350B}">
          <p14:sldIdLst>
            <p14:sldId id="410"/>
            <p14:sldId id="383"/>
            <p14:sldId id="391"/>
            <p14:sldId id="408"/>
            <p14:sldId id="413"/>
            <p14:sldId id="414"/>
            <p14:sldId id="415"/>
            <p14:sldId id="421"/>
            <p14:sldId id="416"/>
            <p14:sldId id="417"/>
            <p14:sldId id="422"/>
            <p14:sldId id="419"/>
            <p14:sldId id="423"/>
            <p14:sldId id="424"/>
            <p14:sldId id="425"/>
            <p14:sldId id="420"/>
          </p14:sldIdLst>
        </p14:section>
        <p14:section name="Untitled Section" id="{2F529E31-D022-4F71-B7F8-41561546BBD4}">
          <p14:sldIdLst>
            <p14:sldId id="39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im Shaik" userId="31e35864167b1a29" providerId="LiveId" clId="{80442B13-18B8-482D-8601-B49D2491AEB1}"/>
    <pc:docChg chg="custSel addSld modSld modSection">
      <pc:chgData name="Rahim Shaik" userId="31e35864167b1a29" providerId="LiveId" clId="{80442B13-18B8-482D-8601-B49D2491AEB1}" dt="2026-03-17T03:39:31.719" v="137" actId="14100"/>
      <pc:docMkLst>
        <pc:docMk/>
      </pc:docMkLst>
      <pc:sldChg chg="modSp mod">
        <pc:chgData name="Rahim Shaik" userId="31e35864167b1a29" providerId="LiveId" clId="{80442B13-18B8-482D-8601-B49D2491AEB1}" dt="2026-03-17T01:24:14.375" v="1" actId="20577"/>
        <pc:sldMkLst>
          <pc:docMk/>
          <pc:sldMk cId="4261132419" sldId="398"/>
        </pc:sldMkLst>
        <pc:spChg chg="mod">
          <ac:chgData name="Rahim Shaik" userId="31e35864167b1a29" providerId="LiveId" clId="{80442B13-18B8-482D-8601-B49D2491AEB1}" dt="2026-03-17T01:24:14.375" v="1" actId="20577"/>
          <ac:spMkLst>
            <pc:docMk/>
            <pc:sldMk cId="4261132419" sldId="398"/>
            <ac:spMk id="3" creationId="{8BE734F0-2DDD-AF70-F13D-F9E4C1929411}"/>
          </ac:spMkLst>
        </pc:spChg>
      </pc:sldChg>
      <pc:sldChg chg="addSp delSp modSp add mod">
        <pc:chgData name="Rahim Shaik" userId="31e35864167b1a29" providerId="LiveId" clId="{80442B13-18B8-482D-8601-B49D2491AEB1}" dt="2026-03-17T03:35:33.783" v="23" actId="14100"/>
        <pc:sldMkLst>
          <pc:docMk/>
          <pc:sldMk cId="4112666477" sldId="421"/>
        </pc:sldMkLst>
        <pc:spChg chg="add del mod">
          <ac:chgData name="Rahim Shaik" userId="31e35864167b1a29" providerId="LiveId" clId="{80442B13-18B8-482D-8601-B49D2491AEB1}" dt="2026-03-17T03:35:26.593" v="22" actId="931"/>
          <ac:spMkLst>
            <pc:docMk/>
            <pc:sldMk cId="4112666477" sldId="421"/>
            <ac:spMk id="4" creationId="{594D648C-9FCD-2E15-4159-8287BCADF278}"/>
          </ac:spMkLst>
        </pc:spChg>
        <pc:spChg chg="mod">
          <ac:chgData name="Rahim Shaik" userId="31e35864167b1a29" providerId="LiveId" clId="{80442B13-18B8-482D-8601-B49D2491AEB1}" dt="2026-03-17T03:34:52.722" v="20" actId="20577"/>
          <ac:spMkLst>
            <pc:docMk/>
            <pc:sldMk cId="4112666477" sldId="421"/>
            <ac:spMk id="8" creationId="{05788EDD-6B8F-86FA-7B6F-26295AFCA774}"/>
          </ac:spMkLst>
        </pc:spChg>
        <pc:picChg chg="del">
          <ac:chgData name="Rahim Shaik" userId="31e35864167b1a29" providerId="LiveId" clId="{80442B13-18B8-482D-8601-B49D2491AEB1}" dt="2026-03-17T03:34:57.217" v="21" actId="478"/>
          <ac:picMkLst>
            <pc:docMk/>
            <pc:sldMk cId="4112666477" sldId="421"/>
            <ac:picMk id="6" creationId="{0B241AD6-5A47-22F6-3072-6A818CF387AB}"/>
          </ac:picMkLst>
        </pc:picChg>
        <pc:picChg chg="add mod ord">
          <ac:chgData name="Rahim Shaik" userId="31e35864167b1a29" providerId="LiveId" clId="{80442B13-18B8-482D-8601-B49D2491AEB1}" dt="2026-03-17T03:35:33.783" v="23" actId="14100"/>
          <ac:picMkLst>
            <pc:docMk/>
            <pc:sldMk cId="4112666477" sldId="421"/>
            <ac:picMk id="7" creationId="{4F32D93D-1A2B-ECB7-EA70-F8043A0770C3}"/>
          </ac:picMkLst>
        </pc:picChg>
      </pc:sldChg>
      <pc:sldChg chg="addSp delSp modSp add mod">
        <pc:chgData name="Rahim Shaik" userId="31e35864167b1a29" providerId="LiveId" clId="{80442B13-18B8-482D-8601-B49D2491AEB1}" dt="2026-03-17T03:36:51.850" v="68" actId="14100"/>
        <pc:sldMkLst>
          <pc:docMk/>
          <pc:sldMk cId="179445674" sldId="422"/>
        </pc:sldMkLst>
        <pc:spChg chg="add del mod">
          <ac:chgData name="Rahim Shaik" userId="31e35864167b1a29" providerId="LiveId" clId="{80442B13-18B8-482D-8601-B49D2491AEB1}" dt="2026-03-17T03:36:47.741" v="67" actId="931"/>
          <ac:spMkLst>
            <pc:docMk/>
            <pc:sldMk cId="179445674" sldId="422"/>
            <ac:spMk id="4" creationId="{CCB0F9B4-5C0D-624C-8713-539BE03348FF}"/>
          </ac:spMkLst>
        </pc:spChg>
        <pc:spChg chg="mod">
          <ac:chgData name="Rahim Shaik" userId="31e35864167b1a29" providerId="LiveId" clId="{80442B13-18B8-482D-8601-B49D2491AEB1}" dt="2026-03-17T03:36:21.405" v="64" actId="20577"/>
          <ac:spMkLst>
            <pc:docMk/>
            <pc:sldMk cId="179445674" sldId="422"/>
            <ac:spMk id="8" creationId="{5852187D-70BF-2BE0-3077-2AAAE67D0E1B}"/>
          </ac:spMkLst>
        </pc:spChg>
        <pc:picChg chg="del">
          <ac:chgData name="Rahim Shaik" userId="31e35864167b1a29" providerId="LiveId" clId="{80442B13-18B8-482D-8601-B49D2491AEB1}" dt="2026-03-17T03:36:25.712" v="65" actId="478"/>
          <ac:picMkLst>
            <pc:docMk/>
            <pc:sldMk cId="179445674" sldId="422"/>
            <ac:picMk id="6" creationId="{6BFBC1DC-B63F-6171-B447-B7A2CF5F2244}"/>
          </ac:picMkLst>
        </pc:picChg>
        <pc:picChg chg="add mod ord">
          <ac:chgData name="Rahim Shaik" userId="31e35864167b1a29" providerId="LiveId" clId="{80442B13-18B8-482D-8601-B49D2491AEB1}" dt="2026-03-17T03:36:51.850" v="68" actId="14100"/>
          <ac:picMkLst>
            <pc:docMk/>
            <pc:sldMk cId="179445674" sldId="422"/>
            <ac:picMk id="7" creationId="{E8ACA165-8F55-EB2E-DC03-ED8A6422AF5B}"/>
          </ac:picMkLst>
        </pc:picChg>
      </pc:sldChg>
      <pc:sldChg chg="addSp delSp modSp add mod">
        <pc:chgData name="Rahim Shaik" userId="31e35864167b1a29" providerId="LiveId" clId="{80442B13-18B8-482D-8601-B49D2491AEB1}" dt="2026-03-17T03:37:46.018" v="103" actId="931"/>
        <pc:sldMkLst>
          <pc:docMk/>
          <pc:sldMk cId="1205832135" sldId="423"/>
        </pc:sldMkLst>
        <pc:spChg chg="add del mod">
          <ac:chgData name="Rahim Shaik" userId="31e35864167b1a29" providerId="LiveId" clId="{80442B13-18B8-482D-8601-B49D2491AEB1}" dt="2026-03-17T03:37:46.018" v="103" actId="931"/>
          <ac:spMkLst>
            <pc:docMk/>
            <pc:sldMk cId="1205832135" sldId="423"/>
            <ac:spMk id="4" creationId="{1E804F55-D6F8-D366-9937-5FCD58616DC8}"/>
          </ac:spMkLst>
        </pc:spChg>
        <pc:spChg chg="mod">
          <ac:chgData name="Rahim Shaik" userId="31e35864167b1a29" providerId="LiveId" clId="{80442B13-18B8-482D-8601-B49D2491AEB1}" dt="2026-03-17T03:37:18.163" v="100" actId="20577"/>
          <ac:spMkLst>
            <pc:docMk/>
            <pc:sldMk cId="1205832135" sldId="423"/>
            <ac:spMk id="8" creationId="{42B9E37F-2DF1-C7BE-9494-3A8FBA021C42}"/>
          </ac:spMkLst>
        </pc:spChg>
        <pc:picChg chg="add mod ord">
          <ac:chgData name="Rahim Shaik" userId="31e35864167b1a29" providerId="LiveId" clId="{80442B13-18B8-482D-8601-B49D2491AEB1}" dt="2026-03-17T03:37:46.018" v="103" actId="931"/>
          <ac:picMkLst>
            <pc:docMk/>
            <pc:sldMk cId="1205832135" sldId="423"/>
            <ac:picMk id="6" creationId="{4F1BDACB-755F-C62A-66FD-730908AAFD21}"/>
          </ac:picMkLst>
        </pc:picChg>
        <pc:picChg chg="del">
          <ac:chgData name="Rahim Shaik" userId="31e35864167b1a29" providerId="LiveId" clId="{80442B13-18B8-482D-8601-B49D2491AEB1}" dt="2026-03-17T03:37:20.940" v="101" actId="478"/>
          <ac:picMkLst>
            <pc:docMk/>
            <pc:sldMk cId="1205832135" sldId="423"/>
            <ac:picMk id="7" creationId="{7234510B-7BEA-F661-A91B-0ECF4E92A53D}"/>
          </ac:picMkLst>
        </pc:picChg>
      </pc:sldChg>
      <pc:sldChg chg="addSp delSp modSp add mod">
        <pc:chgData name="Rahim Shaik" userId="31e35864167b1a29" providerId="LiveId" clId="{80442B13-18B8-482D-8601-B49D2491AEB1}" dt="2026-03-17T03:38:35.639" v="118" actId="14100"/>
        <pc:sldMkLst>
          <pc:docMk/>
          <pc:sldMk cId="613960902" sldId="424"/>
        </pc:sldMkLst>
        <pc:spChg chg="add del mod">
          <ac:chgData name="Rahim Shaik" userId="31e35864167b1a29" providerId="LiveId" clId="{80442B13-18B8-482D-8601-B49D2491AEB1}" dt="2026-03-17T03:38:31.901" v="117" actId="931"/>
          <ac:spMkLst>
            <pc:docMk/>
            <pc:sldMk cId="613960902" sldId="424"/>
            <ac:spMk id="4" creationId="{864DD62B-35C7-DF79-E660-869D097F0038}"/>
          </ac:spMkLst>
        </pc:spChg>
        <pc:spChg chg="mod">
          <ac:chgData name="Rahim Shaik" userId="31e35864167b1a29" providerId="LiveId" clId="{80442B13-18B8-482D-8601-B49D2491AEB1}" dt="2026-03-17T03:38:13.044" v="114" actId="20577"/>
          <ac:spMkLst>
            <pc:docMk/>
            <pc:sldMk cId="613960902" sldId="424"/>
            <ac:spMk id="8" creationId="{9CC3BB2E-7665-0BF7-4141-0524C88D26F4}"/>
          </ac:spMkLst>
        </pc:spChg>
        <pc:picChg chg="del">
          <ac:chgData name="Rahim Shaik" userId="31e35864167b1a29" providerId="LiveId" clId="{80442B13-18B8-482D-8601-B49D2491AEB1}" dt="2026-03-17T03:38:15.892" v="115" actId="478"/>
          <ac:picMkLst>
            <pc:docMk/>
            <pc:sldMk cId="613960902" sldId="424"/>
            <ac:picMk id="6" creationId="{33B2578E-60CB-3EFE-7C35-9653F1EDEA0E}"/>
          </ac:picMkLst>
        </pc:picChg>
        <pc:picChg chg="add mod ord">
          <ac:chgData name="Rahim Shaik" userId="31e35864167b1a29" providerId="LiveId" clId="{80442B13-18B8-482D-8601-B49D2491AEB1}" dt="2026-03-17T03:38:35.639" v="118" actId="14100"/>
          <ac:picMkLst>
            <pc:docMk/>
            <pc:sldMk cId="613960902" sldId="424"/>
            <ac:picMk id="7" creationId="{4BC0F35D-B1E5-E88C-A19B-BE80817651A7}"/>
          </ac:picMkLst>
        </pc:picChg>
      </pc:sldChg>
      <pc:sldChg chg="addSp delSp modSp add mod">
        <pc:chgData name="Rahim Shaik" userId="31e35864167b1a29" providerId="LiveId" clId="{80442B13-18B8-482D-8601-B49D2491AEB1}" dt="2026-03-17T03:39:31.719" v="137" actId="14100"/>
        <pc:sldMkLst>
          <pc:docMk/>
          <pc:sldMk cId="1663376518" sldId="425"/>
        </pc:sldMkLst>
        <pc:spChg chg="add del mod">
          <ac:chgData name="Rahim Shaik" userId="31e35864167b1a29" providerId="LiveId" clId="{80442B13-18B8-482D-8601-B49D2491AEB1}" dt="2026-03-17T03:39:29.257" v="136" actId="931"/>
          <ac:spMkLst>
            <pc:docMk/>
            <pc:sldMk cId="1663376518" sldId="425"/>
            <ac:spMk id="4" creationId="{49DC4E0D-34A2-41AE-95BA-AA1682E102AE}"/>
          </ac:spMkLst>
        </pc:spChg>
        <pc:spChg chg="mod">
          <ac:chgData name="Rahim Shaik" userId="31e35864167b1a29" providerId="LiveId" clId="{80442B13-18B8-482D-8601-B49D2491AEB1}" dt="2026-03-17T03:39:13.082" v="132" actId="20577"/>
          <ac:spMkLst>
            <pc:docMk/>
            <pc:sldMk cId="1663376518" sldId="425"/>
            <ac:spMk id="8" creationId="{188A0847-2E10-AC29-B85A-DE7FC9E10F72}"/>
          </ac:spMkLst>
        </pc:spChg>
        <pc:picChg chg="add mod ord">
          <ac:chgData name="Rahim Shaik" userId="31e35864167b1a29" providerId="LiveId" clId="{80442B13-18B8-482D-8601-B49D2491AEB1}" dt="2026-03-17T03:39:31.719" v="137" actId="14100"/>
          <ac:picMkLst>
            <pc:docMk/>
            <pc:sldMk cId="1663376518" sldId="425"/>
            <ac:picMk id="6" creationId="{3FA0EB4E-2EC5-255F-FFDE-0D5411D150FB}"/>
          </ac:picMkLst>
        </pc:picChg>
        <pc:picChg chg="del">
          <ac:chgData name="Rahim Shaik" userId="31e35864167b1a29" providerId="LiveId" clId="{80442B13-18B8-482D-8601-B49D2491AEB1}" dt="2026-03-17T03:39:15.521" v="133" actId="478"/>
          <ac:picMkLst>
            <pc:docMk/>
            <pc:sldMk cId="1663376518" sldId="425"/>
            <ac:picMk id="7" creationId="{FD3A928A-F161-A796-CE0D-C0637D4B04D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HEEMSHAIK2149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4131" y="411479"/>
            <a:ext cx="7672173" cy="3291840"/>
          </a:xfrm>
        </p:spPr>
        <p:txBody>
          <a:bodyPr/>
          <a:lstStyle/>
          <a:p>
            <a:r>
              <a:rPr lang="en-US" dirty="0"/>
              <a:t>        Pizza Store    Management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1817A-8858-B633-A8C8-60C6565F0DAE}"/>
              </a:ext>
            </a:extLst>
          </p:cNvPr>
          <p:cNvSpPr txBox="1"/>
          <p:nvPr/>
        </p:nvSpPr>
        <p:spPr>
          <a:xfrm>
            <a:off x="7315201" y="4477762"/>
            <a:ext cx="42267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WIPRO CAPSTONE PROJECT</a:t>
            </a:r>
          </a:p>
          <a:p>
            <a:r>
              <a:rPr lang="en-US" b="1" dirty="0">
                <a:solidFill>
                  <a:schemeClr val="bg1"/>
                </a:solidFill>
              </a:rPr>
              <a:t>GREAT LEARNING</a:t>
            </a:r>
          </a:p>
          <a:p>
            <a:r>
              <a:rPr lang="en-US" b="1" dirty="0">
                <a:solidFill>
                  <a:schemeClr val="bg1"/>
                </a:solidFill>
              </a:rPr>
              <a:t>NAME : SHAIK RAHIM</a:t>
            </a:r>
          </a:p>
          <a:p>
            <a:r>
              <a:rPr lang="en-US" b="1" dirty="0">
                <a:solidFill>
                  <a:schemeClr val="bg1"/>
                </a:solidFill>
              </a:rPr>
              <a:t>PROGRAM: FULL STACK MERN</a:t>
            </a:r>
          </a:p>
          <a:p>
            <a:r>
              <a:rPr lang="en-US" b="1" dirty="0">
                <a:solidFill>
                  <a:schemeClr val="bg1"/>
                </a:solidFill>
              </a:rPr>
              <a:t>EMAIL: </a:t>
            </a:r>
            <a:r>
              <a:rPr lang="en-US" b="1" dirty="0">
                <a:solidFill>
                  <a:schemeClr val="bg1"/>
                </a:solidFill>
                <a:hlinkClick r:id="rId3"/>
              </a:rPr>
              <a:t>RAHEEMSHAIK2149@GMAIL.COM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MENTOR: ABHISHEK SHARMA</a:t>
            </a:r>
          </a:p>
          <a:p>
            <a:r>
              <a:rPr lang="en-US" b="1" dirty="0">
                <a:solidFill>
                  <a:schemeClr val="bg1"/>
                </a:solidFill>
              </a:rPr>
              <a:t>PROJECT ID: PIZZA STORE</a:t>
            </a:r>
          </a:p>
          <a:p>
            <a:r>
              <a:rPr lang="en-US" b="1" dirty="0">
                <a:solidFill>
                  <a:schemeClr val="bg1"/>
                </a:solidFill>
              </a:rPr>
              <a:t>WIPRO NGA–MERN-FY26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Technologies Used</a:t>
            </a:r>
          </a:p>
          <a:p>
            <a:r>
              <a:rPr lang="en-US" dirty="0"/>
              <a:t>System Architecture </a:t>
            </a:r>
          </a:p>
          <a:p>
            <a:r>
              <a:rPr lang="en-US" dirty="0"/>
              <a:t>Overview Of Application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The Pizza Store Management System is a web application that allows customers to order pizzas online and helps administrators manage restaurant operations.</a:t>
            </a:r>
          </a:p>
          <a:p>
            <a:r>
              <a:rPr lang="en-US" dirty="0"/>
              <a:t>Customers can browse menu items, place orders, track order status, and view billing information easily.</a:t>
            </a:r>
          </a:p>
          <a:p>
            <a:r>
              <a:rPr lang="en-US" dirty="0"/>
              <a:t>The system is built using </a:t>
            </a:r>
            <a:r>
              <a:rPr lang="en-US" b="1" dirty="0"/>
              <a:t>React, Node.js, Express.js, and MongoDB</a:t>
            </a:r>
            <a:r>
              <a:rPr lang="en-US" dirty="0"/>
              <a:t> with secure authentication using </a:t>
            </a:r>
            <a:r>
              <a:rPr lang="en-US" b="1" dirty="0"/>
              <a:t>JWT</a:t>
            </a:r>
          </a:p>
          <a:p>
            <a:r>
              <a:rPr lang="en-US" dirty="0"/>
              <a:t>It is designed as a </a:t>
            </a:r>
            <a:r>
              <a:rPr lang="en-US" b="1" dirty="0"/>
              <a:t>Single Page Application (SPA)</a:t>
            </a:r>
            <a:r>
              <a:rPr lang="en-US" dirty="0"/>
              <a:t> to provide a fast and smooth user experience.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229150" cy="3597470"/>
          </a:xfrm>
        </p:spPr>
        <p:txBody>
          <a:bodyPr/>
          <a:lstStyle/>
          <a:p>
            <a:r>
              <a:rPr lang="en-US" b="1" dirty="0"/>
              <a:t>Frontend:</a:t>
            </a:r>
            <a:r>
              <a:rPr lang="en-US" dirty="0"/>
              <a:t> HTML5, CSS3, JavaScript (ES6), React.js, React Router, Axios, </a:t>
            </a:r>
          </a:p>
          <a:p>
            <a:r>
              <a:rPr lang="en-US" b="1" dirty="0"/>
              <a:t>Backend:</a:t>
            </a:r>
            <a:r>
              <a:rPr lang="en-US" dirty="0"/>
              <a:t> Node.js, Express.js, RESTful API Architecture, JSON Web Tokens (JWT), and               	 	Password Encryption.</a:t>
            </a:r>
          </a:p>
          <a:p>
            <a:r>
              <a:rPr lang="en-US" b="1" dirty="0"/>
              <a:t>Database:</a:t>
            </a:r>
            <a:r>
              <a:rPr lang="en-US" dirty="0"/>
              <a:t> MongoDB, Mongoose ODM, and MongoDB Compass.</a:t>
            </a:r>
          </a:p>
          <a:p>
            <a:r>
              <a:rPr lang="en-US" b="1" dirty="0"/>
              <a:t>Testing</a:t>
            </a:r>
            <a:r>
              <a:rPr lang="en-US" dirty="0"/>
              <a:t>: Mocha, Chai, </a:t>
            </a:r>
            <a:r>
              <a:rPr lang="en-US" dirty="0" err="1"/>
              <a:t>Supertest</a:t>
            </a:r>
            <a:r>
              <a:rPr lang="en-US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 flipV="1">
            <a:off x="6096000" y="6969968"/>
            <a:ext cx="4490827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32725-7BE6-94C4-0593-F4E72E721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7168D4-FAE9-27E2-D99B-731F576BF5C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265" y="2273300"/>
            <a:ext cx="8621673" cy="3698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E6CCE0-2D82-E45E-C894-8DB338D9D80B}"/>
              </a:ext>
            </a:extLst>
          </p:cNvPr>
          <p:cNvSpPr txBox="1"/>
          <p:nvPr/>
        </p:nvSpPr>
        <p:spPr>
          <a:xfrm>
            <a:off x="5038531" y="1838779"/>
            <a:ext cx="248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Register Page</a:t>
            </a:r>
          </a:p>
        </p:txBody>
      </p:sp>
    </p:spTree>
    <p:extLst>
      <p:ext uri="{BB962C8B-B14F-4D97-AF65-F5344CB8AC3E}">
        <p14:creationId xmlns:p14="http://schemas.microsoft.com/office/powerpoint/2010/main" val="3924103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084FA-45B5-A93A-1D3D-5BE5EF17B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79775-31C6-E74F-2556-D1F927EA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BDD008-CEEB-6F5E-3E75-579D65A44BD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72" y="2505932"/>
            <a:ext cx="8538288" cy="3567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F7D05D-2E37-E95C-2635-7B46AA16000E}"/>
              </a:ext>
            </a:extLst>
          </p:cNvPr>
          <p:cNvSpPr txBox="1"/>
          <p:nvPr/>
        </p:nvSpPr>
        <p:spPr>
          <a:xfrm>
            <a:off x="4999653" y="1783080"/>
            <a:ext cx="2724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Login Page</a:t>
            </a:r>
          </a:p>
        </p:txBody>
      </p:sp>
    </p:spTree>
    <p:extLst>
      <p:ext uri="{BB962C8B-B14F-4D97-AF65-F5344CB8AC3E}">
        <p14:creationId xmlns:p14="http://schemas.microsoft.com/office/powerpoint/2010/main" val="373662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2BD74-5AE8-22CE-2040-69687B7C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85E1-BBD7-66C1-90FD-DE731095A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538363-5CBF-7B6E-3359-ED4BF6255FF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344" y="2478088"/>
            <a:ext cx="8157263" cy="3698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F21E99-E1BE-7B09-6FA2-A6EC6116DF57}"/>
              </a:ext>
            </a:extLst>
          </p:cNvPr>
          <p:cNvSpPr txBox="1"/>
          <p:nvPr/>
        </p:nvSpPr>
        <p:spPr>
          <a:xfrm>
            <a:off x="6031229" y="2020077"/>
            <a:ext cx="1601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Menu Page</a:t>
            </a:r>
          </a:p>
        </p:txBody>
      </p:sp>
    </p:spTree>
    <p:extLst>
      <p:ext uri="{BB962C8B-B14F-4D97-AF65-F5344CB8AC3E}">
        <p14:creationId xmlns:p14="http://schemas.microsoft.com/office/powerpoint/2010/main" val="1560831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16865-A09D-8A03-EE8A-E60BC6B7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9F79-00B1-9871-5D70-516268E6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88EDD-6B8F-86FA-7B6F-26295AFCA774}"/>
              </a:ext>
            </a:extLst>
          </p:cNvPr>
          <p:cNvSpPr txBox="1"/>
          <p:nvPr/>
        </p:nvSpPr>
        <p:spPr>
          <a:xfrm>
            <a:off x="6031229" y="2020077"/>
            <a:ext cx="1601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Cart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32D93D-1A2B-ECB7-EA70-F8043A0770C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506" y="2382667"/>
            <a:ext cx="8631594" cy="349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66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64D3-57C9-376E-A1F7-56400F36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2481-3B75-A38E-D616-9288FDBA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35CED7-B522-EA4A-3F46-917EE1765BF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958" y="2432050"/>
            <a:ext cx="8151146" cy="3698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7BB33C-ED58-78A0-20AF-11A9BF7AF177}"/>
              </a:ext>
            </a:extLst>
          </p:cNvPr>
          <p:cNvSpPr txBox="1"/>
          <p:nvPr/>
        </p:nvSpPr>
        <p:spPr>
          <a:xfrm>
            <a:off x="5640354" y="1950098"/>
            <a:ext cx="216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My Orders Page</a:t>
            </a:r>
          </a:p>
        </p:txBody>
      </p:sp>
    </p:spTree>
    <p:extLst>
      <p:ext uri="{BB962C8B-B14F-4D97-AF65-F5344CB8AC3E}">
        <p14:creationId xmlns:p14="http://schemas.microsoft.com/office/powerpoint/2010/main" val="187394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6864B-2055-DEE3-3DB9-E7FE51FF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5E0D-0538-AA6A-8135-DC5085887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161D91-7EF3-58D8-1316-6A81C5D0AE7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539" y="2478088"/>
            <a:ext cx="8133272" cy="3698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E81F05-F777-722C-4272-BD77AA33E2BD}"/>
              </a:ext>
            </a:extLst>
          </p:cNvPr>
          <p:cNvSpPr txBox="1"/>
          <p:nvPr/>
        </p:nvSpPr>
        <p:spPr>
          <a:xfrm>
            <a:off x="5640355" y="1950098"/>
            <a:ext cx="2234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Notifications Page</a:t>
            </a:r>
          </a:p>
        </p:txBody>
      </p:sp>
    </p:spTree>
    <p:extLst>
      <p:ext uri="{BB962C8B-B14F-4D97-AF65-F5344CB8AC3E}">
        <p14:creationId xmlns:p14="http://schemas.microsoft.com/office/powerpoint/2010/main" val="2333168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81986-23D3-F46C-7534-954A3AA33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DC737-2400-E47B-B821-A5DC6A02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2187D-70BF-2BE0-3077-2AAAE67D0E1B}"/>
              </a:ext>
            </a:extLst>
          </p:cNvPr>
          <p:cNvSpPr txBox="1"/>
          <p:nvPr/>
        </p:nvSpPr>
        <p:spPr>
          <a:xfrm>
            <a:off x="5640355" y="1950098"/>
            <a:ext cx="2234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Profile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ACA165-8F55-EB2E-DC03-ED8A6422AF5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298" y="2281238"/>
            <a:ext cx="8790874" cy="370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5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CAAD-CDA1-1085-3206-C5E26732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7FD7-ED33-D0CA-2626-33A8CB4C4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62963C-CE99-51C1-AD8D-CBE6322EB38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51" y="2459038"/>
            <a:ext cx="8078160" cy="3698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39608A-5016-CCD4-E978-4AD8D2C92079}"/>
              </a:ext>
            </a:extLst>
          </p:cNvPr>
          <p:cNvSpPr txBox="1"/>
          <p:nvPr/>
        </p:nvSpPr>
        <p:spPr>
          <a:xfrm>
            <a:off x="5640354" y="1968760"/>
            <a:ext cx="260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Admin Dashboard Page</a:t>
            </a:r>
          </a:p>
        </p:txBody>
      </p:sp>
    </p:spTree>
    <p:extLst>
      <p:ext uri="{BB962C8B-B14F-4D97-AF65-F5344CB8AC3E}">
        <p14:creationId xmlns:p14="http://schemas.microsoft.com/office/powerpoint/2010/main" val="2974830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38381-E196-0165-7911-F9ACC1BD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EEA9-75F7-751A-0197-4C3D2AEE4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9E37F-2DF1-C7BE-9494-3A8FBA021C42}"/>
              </a:ext>
            </a:extLst>
          </p:cNvPr>
          <p:cNvSpPr txBox="1"/>
          <p:nvPr/>
        </p:nvSpPr>
        <p:spPr>
          <a:xfrm>
            <a:off x="5640354" y="1968760"/>
            <a:ext cx="260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Manage Menu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1BDACB-755F-C62A-66FD-730908AAFD2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603" y="2413000"/>
            <a:ext cx="7675770" cy="369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32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26B8B-5D58-EF51-2653-2EE12D8A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72B5-B2A5-E3ED-C5C4-FCFB1348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C3BB2E-7665-0BF7-4141-0524C88D26F4}"/>
              </a:ext>
            </a:extLst>
          </p:cNvPr>
          <p:cNvSpPr txBox="1"/>
          <p:nvPr/>
        </p:nvSpPr>
        <p:spPr>
          <a:xfrm>
            <a:off x="5640354" y="1968760"/>
            <a:ext cx="260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Manage Orders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BC0F35D-B1E5-E88C-A19B-BE80817651A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910" y="2281238"/>
            <a:ext cx="8139310" cy="370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60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CE5AA-1399-F3AE-E6ED-FAEAB82E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FDEB-555A-AD76-1127-A7CA1282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8A0847-2E10-AC29-B85A-DE7FC9E10F72}"/>
              </a:ext>
            </a:extLst>
          </p:cNvPr>
          <p:cNvSpPr txBox="1"/>
          <p:nvPr/>
        </p:nvSpPr>
        <p:spPr>
          <a:xfrm>
            <a:off x="5640354" y="1968760"/>
            <a:ext cx="260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Manage Users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A0EB4E-2EC5-255F-FFDE-0D5411D150F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258" y="2338388"/>
            <a:ext cx="8341152" cy="369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76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62DDC-8C0E-383A-45D0-429CC927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9ADA0-07D5-C21C-1954-0E1870AE3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Overview Of The Application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75E96F-541A-57C6-1448-D9D77D506C0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563" y="2281238"/>
            <a:ext cx="8149846" cy="37004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4E15D0-F729-E666-32E0-2B58A43E3E16}"/>
              </a:ext>
            </a:extLst>
          </p:cNvPr>
          <p:cNvSpPr txBox="1"/>
          <p:nvPr/>
        </p:nvSpPr>
        <p:spPr>
          <a:xfrm>
            <a:off x="5181599" y="2281238"/>
            <a:ext cx="175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Revenue Page</a:t>
            </a:r>
          </a:p>
        </p:txBody>
      </p:sp>
    </p:spTree>
    <p:extLst>
      <p:ext uri="{BB962C8B-B14F-4D97-AF65-F5344CB8AC3E}">
        <p14:creationId xmlns:p14="http://schemas.microsoft.com/office/powerpoint/2010/main" val="3696081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raheemshaik2149@gmail.com</a:t>
            </a:r>
          </a:p>
          <a:p>
            <a:r>
              <a:rPr lang="en-US" dirty="0"/>
              <a:t>http://localhost:3000</a:t>
            </a:r>
          </a:p>
          <a:p>
            <a:r>
              <a:rPr lang="en-US" dirty="0"/>
              <a:t>Project ID: Pizza Store</a:t>
            </a:r>
          </a:p>
          <a:p>
            <a:r>
              <a:rPr lang="en-US" dirty="0"/>
              <a:t>Batch: Wipro NGA –MERN-FY26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567</TotalTime>
  <Words>303</Words>
  <Application>Microsoft Office PowerPoint</Application>
  <PresentationFormat>Widescreen</PresentationFormat>
  <Paragraphs>59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Franklin Gothic Book</vt:lpstr>
      <vt:lpstr>Franklin Gothic Demi</vt:lpstr>
      <vt:lpstr>Custom</vt:lpstr>
      <vt:lpstr>        Pizza Store    Management System</vt:lpstr>
      <vt:lpstr>Agenda</vt:lpstr>
      <vt:lpstr>Introduction</vt:lpstr>
      <vt:lpstr>Technologies Used</vt:lpstr>
      <vt:lpstr>Overview Of The Application</vt:lpstr>
      <vt:lpstr>Overview Of The Application</vt:lpstr>
      <vt:lpstr>Overview Of The Application</vt:lpstr>
      <vt:lpstr>Overview Of The Application</vt:lpstr>
      <vt:lpstr>Overview Of The Application</vt:lpstr>
      <vt:lpstr>Overview Of The Application</vt:lpstr>
      <vt:lpstr>Overview Of The Application</vt:lpstr>
      <vt:lpstr>Overview Of The Application</vt:lpstr>
      <vt:lpstr>Overview Of The Application</vt:lpstr>
      <vt:lpstr>Overview Of The Application</vt:lpstr>
      <vt:lpstr>Overview Of The Application</vt:lpstr>
      <vt:lpstr>Overview Of The Application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Rahim Shaik</dc:creator>
  <cp:lastModifiedBy>Rahim Shaik</cp:lastModifiedBy>
  <cp:revision>1</cp:revision>
  <dcterms:created xsi:type="dcterms:W3CDTF">2026-03-16T18:12:02Z</dcterms:created>
  <dcterms:modified xsi:type="dcterms:W3CDTF">2026-03-17T03:39:37Z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